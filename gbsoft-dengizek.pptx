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72" y="4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4259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GBSoft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0" y="438912"/>
            <a:ext cx="1554480" cy="10973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852160" y="5303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600" dirty="0">
                <a:solidFill>
                  <a:srgbClr val="9AA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 SUNUMU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Akıllı Otel Turu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594360" y="3127248"/>
            <a:ext cx="82296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AA2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Misafirler, yapay zeka eşliğinde otelleri gezebilsin.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SÜRÜM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43708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10512" y="4224528"/>
            <a:ext cx="9144" cy="3840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41605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11680" y="43708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73552" y="4224528"/>
            <a:ext cx="9144" cy="3840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0" y="41605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HEDEF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74720" y="43708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150–500 otel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828032"/>
            <a:ext cx="8046720" cy="548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A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HAZIRLAYAN  ·  GBSOFT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0624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Nisan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solidFill>
            <a:srgbClr val="0B1B33"/>
          </a:solidFill>
          <a:ln w="12700">
            <a:solidFill>
              <a:srgbClr val="0B1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GBSoft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589520" y="3840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/ 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949440" y="438912"/>
            <a:ext cx="1005840" cy="10973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36992" y="402336"/>
            <a:ext cx="10973" cy="73152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A88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BÖLÜM 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VIZYON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Misafirler, otele </a:t>
            </a:r>
            <a:r>
              <a:rPr lang="en-US" sz="3200" b="1" dirty="0">
                <a:solidFill>
                  <a:srgbClr val="A88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adım atmadan önce </a:t>
            </a:r>
            <a:r>
              <a:rPr lang="en-US" sz="32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gerçek anlamda gezebilsin.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Fotoğraf listelerinin bıraktığı boşluğu, sinema gibi akan ve istendiğinde duran rehberli bir turla kapatıyoruz. Amacımız, rezervasyondan önce mekânın hissini taşımak.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3886200"/>
            <a:ext cx="1463040" cy="822960"/>
          </a:xfrm>
          <a:prstGeom prst="rect">
            <a:avLst/>
          </a:prstGeom>
          <a:solidFill>
            <a:srgbClr val="EFEAE0"/>
          </a:solidFill>
          <a:ln w="889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49440" y="3950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400" dirty="0">
                <a:solidFill>
                  <a:srgbClr val="A88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VIZYON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949440" y="4187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— v1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0" y="44622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sürüm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8046720" cy="7315"/>
          </a:xfrm>
          <a:prstGeom prst="rect">
            <a:avLst/>
          </a:prstGeom>
          <a:solidFill>
            <a:srgbClr val="D9D3C5"/>
          </a:solidFill>
          <a:ln w="1270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Proje Sunumu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0624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Vizyon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solidFill>
            <a:srgbClr val="0B1B33"/>
          </a:solidFill>
          <a:ln w="12700">
            <a:solidFill>
              <a:srgbClr val="0B1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GBSoft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589520" y="3840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/ 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949440" y="438912"/>
            <a:ext cx="1005840" cy="10973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36992" y="402336"/>
            <a:ext cx="10973" cy="73152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A88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BÖLÜM  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YAPIYORUZ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Otelleri, akıllı bir rehber gibi gezdiriyoruz.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24993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411480" cy="27432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62200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9AA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97180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04672" y="347472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Keşif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04672" y="3840480"/>
            <a:ext cx="274320" cy="18288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04672" y="3904488"/>
            <a:ext cx="199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Şehir, tarz ve oda tipine göre göz atma; sade, hızlı ve reklamsız bir vitrin deneyimi.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322320" y="2697480"/>
            <a:ext cx="24993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322320" y="2697480"/>
            <a:ext cx="411480" cy="27432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135880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9AA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8352" y="2971800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578352" y="347472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Etkileşimli tur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3578352" y="3840480"/>
            <a:ext cx="274320" cy="18288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3578352" y="3904488"/>
            <a:ext cx="199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Lobi, koridor ve oda; adım adım, durdurulabilir ve rehberli bir video tur deneyimi.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096000" y="2697480"/>
            <a:ext cx="24993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096000" y="2697480"/>
            <a:ext cx="411480" cy="27432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7909560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9AA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2032" y="2971800"/>
            <a:ext cx="365760" cy="36576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352032" y="347472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Talep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6352032" y="3840480"/>
            <a:ext cx="274320" cy="18288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6352032" y="3904488"/>
            <a:ext cx="199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Beğenilen otele doğrudan iletişim. Açık, hızlı ve takip edilebilir bir talep akışı.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548640" y="4773168"/>
            <a:ext cx="8046720" cy="7315"/>
          </a:xfrm>
          <a:prstGeom prst="rect">
            <a:avLst/>
          </a:prstGeom>
          <a:solidFill>
            <a:srgbClr val="D9D3C5"/>
          </a:solidFill>
          <a:ln w="1270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54864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Proje Sunumu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420624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Kapsam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solidFill>
            <a:srgbClr val="0B1B33"/>
          </a:solidFill>
          <a:ln w="12700">
            <a:solidFill>
              <a:srgbClr val="0B1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GBSoft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589520" y="3840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/ 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949440" y="438912"/>
            <a:ext cx="1005840" cy="10973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36992" y="402336"/>
            <a:ext cx="10973" cy="73152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A88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BÖLÜM  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Modern, sade ve büyümeye hazır temeller.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186080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27432" cy="365760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3154680"/>
            <a:ext cx="548640" cy="548640"/>
          </a:xfrm>
          <a:prstGeom prst="ellipse">
            <a:avLst/>
          </a:prstGeom>
          <a:solidFill>
            <a:srgbClr val="EFEAE0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4612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31520" y="3794760"/>
            <a:ext cx="15864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web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31520" y="4133088"/>
            <a:ext cx="15407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yüklenen, mobil öncelikli site deneyimi.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610612" y="2926080"/>
            <a:ext cx="186080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610612" y="2926080"/>
            <a:ext cx="27432" cy="365760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793492" y="3154680"/>
            <a:ext cx="548640" cy="548640"/>
          </a:xfrm>
          <a:prstGeom prst="ellipse">
            <a:avLst/>
          </a:prstGeom>
          <a:solidFill>
            <a:srgbClr val="EFEAE0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4932" y="324612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793492" y="3794760"/>
            <a:ext cx="15864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Akıcı video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2793492" y="4133088"/>
            <a:ext cx="15407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Dünya çapında CDN üzerinden kesintisiz görüntü.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672584" y="2926080"/>
            <a:ext cx="186080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672584" y="2926080"/>
            <a:ext cx="27432" cy="365760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855464" y="3154680"/>
            <a:ext cx="548640" cy="548640"/>
          </a:xfrm>
          <a:prstGeom prst="ellipse">
            <a:avLst/>
          </a:prstGeom>
          <a:solidFill>
            <a:srgbClr val="EFEAE0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324612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855464" y="3794760"/>
            <a:ext cx="15864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Akıllı rehber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4855464" y="4133088"/>
            <a:ext cx="15407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Uygun yerlerde sesli ve metinli anlatım.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734556" y="2926080"/>
            <a:ext cx="186080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6734556" y="2926080"/>
            <a:ext cx="27432" cy="365760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6917436" y="3154680"/>
            <a:ext cx="548640" cy="548640"/>
          </a:xfrm>
          <a:prstGeom prst="ellipse">
            <a:avLst/>
          </a:prstGeom>
          <a:solidFill>
            <a:srgbClr val="EFEAE0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8876" y="3246120"/>
            <a:ext cx="365760" cy="3657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917436" y="3794760"/>
            <a:ext cx="15864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Güvenli altyapı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6917436" y="4133088"/>
            <a:ext cx="15407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tabanlı, yedekli, gizlilik odaklı.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548640" y="482803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 seçimleri; hız, dayanıklılık ve uzun vadeli bakım gözetilerek kurumsal ölçekte tutuluyor.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548640" y="4773168"/>
            <a:ext cx="8046720" cy="7315"/>
          </a:xfrm>
          <a:prstGeom prst="rect">
            <a:avLst/>
          </a:prstGeom>
          <a:solidFill>
            <a:srgbClr val="D9D3C5"/>
          </a:solidFill>
          <a:ln w="1270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5852160" y="4828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Teknoloji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solidFill>
            <a:srgbClr val="0B1B33"/>
          </a:solidFill>
          <a:ln w="12700">
            <a:solidFill>
              <a:srgbClr val="0B1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GBSoft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589520" y="3840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/ 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949440" y="438912"/>
            <a:ext cx="1005840" cy="10973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36992" y="402336"/>
            <a:ext cx="10973" cy="73152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A88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BÖLÜM  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— İKI TARAFA DA NET FAYDA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Ortaya ne çıkacak?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3840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36576" cy="1828800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17520"/>
            <a:ext cx="384048" cy="38404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17320" y="3017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Misafir için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868680" y="3584448"/>
            <a:ext cx="3200400" cy="9144"/>
          </a:xfrm>
          <a:prstGeom prst="rect">
            <a:avLst/>
          </a:prstGeom>
          <a:solidFill>
            <a:srgbClr val="D9D3C5"/>
          </a:solidFill>
          <a:ln w="1270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96112" y="3813048"/>
            <a:ext cx="73152" cy="18288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51560" y="3703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Rezervasyon öncesi mekânı gerçekten hisseder.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96112" y="4105656"/>
            <a:ext cx="73152" cy="18288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51560" y="3995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hızında gezer, istediği anda durur.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96112" y="4398264"/>
            <a:ext cx="73152" cy="18288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051560" y="42885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otele daha kısa yoldan ulaşır.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54880" y="2743200"/>
            <a:ext cx="3840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754880" y="2743200"/>
            <a:ext cx="36576" cy="1828800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017520"/>
            <a:ext cx="384048" cy="38404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623560" y="3017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Otel için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5074920" y="3584448"/>
            <a:ext cx="3200400" cy="9144"/>
          </a:xfrm>
          <a:prstGeom prst="rect">
            <a:avLst/>
          </a:prstGeom>
          <a:solidFill>
            <a:srgbClr val="D9D3C5"/>
          </a:solidFill>
          <a:ln w="1270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5102352" y="3813048"/>
            <a:ext cx="73152" cy="18288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5257800" y="3703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Rakiplerden ayrışan, hareketli bir vitrin.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102352" y="4105656"/>
            <a:ext cx="73152" cy="18288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5257800" y="3995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kaliteli talepler, daha az ön-soru.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102352" y="4398264"/>
            <a:ext cx="73152" cy="18288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5257800" y="42885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panelden tüm içerik ve tur yönetimi.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48640" y="4773168"/>
            <a:ext cx="8046720" cy="7315"/>
          </a:xfrm>
          <a:prstGeom prst="rect">
            <a:avLst/>
          </a:prstGeom>
          <a:solidFill>
            <a:srgbClr val="D9D3C5"/>
          </a:solidFill>
          <a:ln w="1270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54864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Proje Sunumu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420624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Sonuç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solidFill>
            <a:srgbClr val="0B1B33"/>
          </a:solidFill>
          <a:ln w="12700">
            <a:solidFill>
              <a:srgbClr val="0B1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GBSoft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589520" y="3840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 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949440" y="438912"/>
            <a:ext cx="1005840" cy="10973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36992" y="402336"/>
            <a:ext cx="10973" cy="73152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A88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BÖLÜM  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Yapay zeka eşliğinde otel turu.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Önümüzdeki dönemde tüm odağımız, otel turlarını yapay zekayla birlikte yaşatmak. Misafir; sesli ya da yazılı sorduğunu anlayan, yön gösteren ve kişisel öneriler veren bir rehberle birlikte oteli adım adım gezebilecek.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365760" cy="16459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GBSoft'un önümüzdeki dönemdeki temel çalışma alanı.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2697480"/>
            <a:ext cx="36576" cy="713232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10912" y="2788920"/>
            <a:ext cx="502920" cy="502920"/>
          </a:xfrm>
          <a:prstGeom prst="ellipse">
            <a:avLst/>
          </a:prstGeom>
          <a:solidFill>
            <a:srgbClr val="EFEAE0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46320" y="3520440"/>
            <a:ext cx="36576" cy="713232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10912" y="3611880"/>
            <a:ext cx="502920" cy="502920"/>
          </a:xfrm>
          <a:prstGeom prst="ellipse">
            <a:avLst/>
          </a:prstGeom>
          <a:solidFill>
            <a:srgbClr val="EFEAE0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4343400"/>
            <a:ext cx="36576" cy="713232"/>
          </a:xfrm>
          <a:prstGeom prst="rect">
            <a:avLst/>
          </a:prstGeom>
          <a:solidFill>
            <a:srgbClr val="A88A4F"/>
          </a:solidFill>
          <a:ln w="12700">
            <a:solidFill>
              <a:srgbClr val="A88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10912" y="4434840"/>
            <a:ext cx="502920" cy="502920"/>
          </a:xfrm>
          <a:prstGeom prst="ellipse">
            <a:avLst/>
          </a:prstGeom>
          <a:solidFill>
            <a:srgbClr val="EFEAE0"/>
          </a:solidFill>
          <a:ln w="762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636" y="2866644"/>
            <a:ext cx="329184" cy="32918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687568" y="27432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Akıllı rehberlik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87568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 boyunca konuşan, anlatan ve yön veren bir AI eşlikçi.</a:t>
            </a:r>
            <a:endParaRPr lang="en-US" sz="105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636" y="3689604"/>
            <a:ext cx="329184" cy="32918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687568" y="356616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Anlık soru-cevap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687568" y="3886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Misafir sorar, yapay zeka anında, mekânı bilerek yanıtlar.</a:t>
            </a:r>
            <a:endParaRPr lang="en-US" sz="105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8636" y="4512564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687568" y="43891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Kişisel öneri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5687568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B3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Beğeni ve ihtiyaca göre oda ve otel önerisi sunar.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548640" y="4773168"/>
            <a:ext cx="8046720" cy="7315"/>
          </a:xfrm>
          <a:prstGeom prst="rect">
            <a:avLst/>
          </a:prstGeom>
          <a:solidFill>
            <a:srgbClr val="D9D3C5"/>
          </a:solidFill>
          <a:ln w="1270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54864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Proje Sunumu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420624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Plan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solidFill>
            <a:srgbClr val="F8F6F1"/>
          </a:solidFill>
          <a:ln w="12700">
            <a:solidFill>
              <a:srgbClr val="F8F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14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320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GBSoft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0" y="438912"/>
            <a:ext cx="1554480" cy="10973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852160" y="5303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600" dirty="0">
                <a:solidFill>
                  <a:srgbClr val="9AA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KAPANIŞ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Otel seçmek, </a:t>
            </a:r>
            <a:r>
              <a:rPr lang="en-US" sz="48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hissetmekle başlar.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594360" y="3246120"/>
            <a:ext cx="82296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 err="1">
                <a:solidFill>
                  <a:srgbClr val="9AA2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</a:t>
            </a:r>
            <a:r>
              <a:rPr lang="en-US" sz="1800" i="1" dirty="0" err="1">
                <a:solidFill>
                  <a:srgbClr val="9AA2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apay</a:t>
            </a:r>
            <a:r>
              <a:rPr lang="en-US" sz="1800" i="1" dirty="0">
                <a:solidFill>
                  <a:srgbClr val="9AA2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zekayla bu hissi rezervasyon </a:t>
            </a:r>
            <a:r>
              <a:rPr lang="en-US" sz="1800" i="1" dirty="0" err="1">
                <a:solidFill>
                  <a:srgbClr val="9AA2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öncesine</a:t>
            </a:r>
            <a:r>
              <a:rPr lang="en-US" sz="1800" i="1" dirty="0">
                <a:solidFill>
                  <a:srgbClr val="9AA2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800" i="1" dirty="0" err="1">
                <a:solidFill>
                  <a:srgbClr val="9AA2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taşıyoruz</a:t>
            </a:r>
            <a:r>
              <a:rPr lang="en-US" sz="1800" i="1" dirty="0">
                <a:solidFill>
                  <a:srgbClr val="9AA2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 err="1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Gelistirici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343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GBSoft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53512" y="4187952"/>
            <a:ext cx="9144" cy="3840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63240" y="41148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ODAK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63240" y="4343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Akıllı Otel Turu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68112" y="4187952"/>
            <a:ext cx="9144" cy="3840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77840" y="41148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TEMAS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77840" y="4343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info@gbsoftt.com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828032"/>
            <a:ext cx="8046720" cy="548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A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TEŞEKKÜRLER  ·  SORULARINIZ?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49440" y="48646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454</Words>
  <Application>Microsoft Office PowerPoint</Application>
  <PresentationFormat>On-screen Show (16:9)</PresentationFormat>
  <Paragraphs>110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GBSoft — Akıllı Otel Turu Proje Sunumu</dc:title>
  <dc:subject>PptxGenJS Presentation</dc:subject>
  <dc:creator>GBSoft</dc:creator>
  <cp:lastModifiedBy>Saltuk Gögebakan</cp:lastModifiedBy>
  <cp:revision>2</cp:revision>
  <dcterms:created xsi:type="dcterms:W3CDTF">2026-04-25T10:16:43Z</dcterms:created>
  <dcterms:modified xsi:type="dcterms:W3CDTF">2026-04-25T11:50:35Z</dcterms:modified>
</cp:coreProperties>
</file>