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645920"/>
            <a:ext cx="5486400" cy="5486400"/>
          </a:xfrm>
          <a:prstGeom prst="ellipse">
            <a:avLst/>
          </a:prstGeom>
          <a:solidFill>
            <a:srgbClr val="0D9488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645920"/>
            <a:ext cx="3474720" cy="3474720"/>
          </a:xfrm>
          <a:prstGeom prst="ellipse">
            <a:avLst/>
          </a:prstGeom>
          <a:solidFill>
            <a:srgbClr val="14B8A6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182880"/>
            <a:ext cx="2011680" cy="201168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GBSoft  ×  Dengizek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Geliştirme Planı</a:t>
            </a:r>
            <a:endParaRPr lang="en-US" sz="5800" dirty="0"/>
          </a:p>
        </p:txBody>
      </p:sp>
      <p:sp>
        <p:nvSpPr>
          <p:cNvPr id="9" name="Shape 7"/>
          <p:cNvSpPr/>
          <p:nvPr/>
        </p:nvSpPr>
        <p:spPr>
          <a:xfrm>
            <a:off x="411480" y="2542032"/>
            <a:ext cx="4572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72491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Otel Turu Uygulaması — Teknik &amp; Süreç Sunumu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11480" y="3337560"/>
            <a:ext cx="3200400" cy="640080"/>
          </a:xfrm>
          <a:prstGeom prst="rect">
            <a:avLst/>
          </a:prstGeom>
          <a:solidFill>
            <a:srgbClr val="15223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832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Nisan 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Aylık Geliştirme Takvimi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info@gbsoftt.com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822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 ÖZETİ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80960" y="146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 İnşa Ediyoruz?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Dengizek, otellerin dijital varlığını statik fotoğraf listelerinin ötesine taşıyan, etkileşimli video tur ve yapay zeka destekli rehberlik sunan yeni nesil bir platformdur.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Misafirler, rezervasyon yapmadan önce oteli adım adım ve kendi hızlarında gezebilir. Oteller ise tek bir panelden tüm içeriklerini ve gelen talepleri yönetebilir.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bu platformu; modern web teknolojileri, güçlü bir video altyapısı ve ölçeklenebilir bulut mimarisiyle 4–5 ayda hayata geçirecektir.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06440" y="713232"/>
            <a:ext cx="2971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06440" y="713232"/>
            <a:ext cx="64008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989320" y="8046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4–5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989320" y="13990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Geliştirme Süresi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06440" y="2130552"/>
            <a:ext cx="2971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06440" y="2130552"/>
            <a:ext cx="64008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222199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3+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989320" y="28163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Uygulama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Modülü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06440" y="3547872"/>
            <a:ext cx="2971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06440" y="3547872"/>
            <a:ext cx="64008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363931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150+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5989320" y="42336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İlk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Sayısı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Dengizek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822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UYGULAMA KAPSAMI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80960" y="146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Ana Modül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234440"/>
            <a:ext cx="64008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612648" y="1399032"/>
            <a:ext cx="502920" cy="502920"/>
          </a:xfrm>
          <a:prstGeom prst="ellipse">
            <a:avLst/>
          </a:prstGeom>
          <a:solidFill>
            <a:srgbClr val="0D9488">
              <a:alpha val="3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1417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Keşif &amp; Listeleme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2648" y="198424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Şehir, tarz ve oda tipine göre filtrelenebilir otel vitrinleri. Hızlı yüklenen, reklamsız, mobil öncelikli deneyim.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46320" y="12344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234440"/>
            <a:ext cx="64008" cy="1691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5047488" y="1399032"/>
            <a:ext cx="502920" cy="502920"/>
          </a:xfrm>
          <a:prstGeom prst="ellipse">
            <a:avLst/>
          </a:prstGeom>
          <a:solidFill>
            <a:srgbClr val="3B82F6">
              <a:alpha val="3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47488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0" y="1417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Tur Deneyimi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47488" y="198424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Lobi, koridor ve odalar; adım adım, durdurulabilir, rehberli etkileşimli video tur. HLS streaming ile akıcı oynatma.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10896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108960"/>
            <a:ext cx="64008" cy="1691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12648" y="3273552"/>
            <a:ext cx="502920" cy="502920"/>
          </a:xfrm>
          <a:prstGeom prst="ellipse">
            <a:avLst/>
          </a:prstGeom>
          <a:solidFill>
            <a:srgbClr val="8B5CF6">
              <a:alpha val="3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291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Talep &amp; İletişim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12648" y="385876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Komisyonsuz, otele doğrudan iletişim kanalı. Takip edilebilir talep akışı, bildirimler ve misafir mesajlaşması.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310896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108960"/>
            <a:ext cx="64008" cy="1691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5047488" y="3273552"/>
            <a:ext cx="502920" cy="502920"/>
          </a:xfrm>
          <a:prstGeom prst="ellipse">
            <a:avLst/>
          </a:prstGeom>
          <a:solidFill>
            <a:srgbClr val="F59E0B">
              <a:alpha val="3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047488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669280" y="3291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Rehber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047488" y="3858768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Misafirlerin sorularını anlayan, yön gösteren ve kişisel öneriler sunan yapay zeka destekli tur rehberi. (Ay 5)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Dengizek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D9488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201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GBSOFT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TEKNOLOJİ YIĞINI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sade ve ölçeklenebilir bir yazılım mimarisi.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2743200" cy="3154680"/>
          </a:xfrm>
          <a:prstGeom prst="rect">
            <a:avLst/>
          </a:prstGeom>
          <a:solidFill>
            <a:srgbClr val="15223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0020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37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258568"/>
            <a:ext cx="23774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377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Next.js 14 (App Router)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529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TypeScript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3284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Tailwind CSS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8039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React Query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279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HLS.js (Video Player)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1600200"/>
            <a:ext cx="2743200" cy="3154680"/>
          </a:xfrm>
          <a:prstGeom prst="rect">
            <a:avLst/>
          </a:prstGeom>
          <a:solidFill>
            <a:srgbClr val="15223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600200"/>
            <a:ext cx="27432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1737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74720" y="2258568"/>
            <a:ext cx="23774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377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Node.js + Express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28529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REST 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3284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PostgreSQL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38039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Redis (Önbellekleme)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4279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JWT Kimlik Doğrulama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1600200"/>
            <a:ext cx="2743200" cy="3154680"/>
          </a:xfrm>
          <a:prstGeom prst="rect">
            <a:avLst/>
          </a:prstGeom>
          <a:solidFill>
            <a:srgbClr val="1522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600200"/>
            <a:ext cx="274320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173736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Altyapı &amp; AI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0" y="2258568"/>
            <a:ext cx="23774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3774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AWS (EC2 / S3 / RDS)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28529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Cloudflare CDN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33284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Docker + GitHub Actions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0" y="38039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AWS CloudFront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42793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OpenAI API (AI Rehber)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Dengizek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822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SİSTEM MİMARİSİ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80960" y="146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675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Katmanlı Uygulama Mimarisi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216152"/>
            <a:ext cx="1417320" cy="102412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216152"/>
            <a:ext cx="1417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İstemci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Katmanı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1728216"/>
            <a:ext cx="228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4832" y="1216152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84832" y="1216152"/>
            <a:ext cx="208483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176272" y="1307592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Tarayıcı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76272" y="1874520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16552" y="1216152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16552" y="1216152"/>
            <a:ext cx="208483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507992" y="1307592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Respansif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07992" y="1874520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Ready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48272" y="1216152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48272" y="1216152"/>
            <a:ext cx="208483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839712" y="1307592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Otel Admin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Paneli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39712" y="1874520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432304"/>
            <a:ext cx="1417320" cy="1024128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2432304"/>
            <a:ext cx="1417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Uygulama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Katmanı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83080" y="2944368"/>
            <a:ext cx="228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84832" y="2432304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84832" y="2432304"/>
            <a:ext cx="208483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2176272" y="2523744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Routes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76272" y="3090672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API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16552" y="2432304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16552" y="2432304"/>
            <a:ext cx="208483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4507992" y="2523744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07992" y="3090672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48272" y="2432304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48272" y="2432304"/>
            <a:ext cx="208483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6839712" y="2523744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Servis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39712" y="3090672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3648456"/>
            <a:ext cx="1417320" cy="1024128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20040" y="3648456"/>
            <a:ext cx="1417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Altyapı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783080" y="4160520"/>
            <a:ext cx="22860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84832" y="3648456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084832" y="3648456"/>
            <a:ext cx="208483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2" name="Text 40"/>
          <p:cNvSpPr/>
          <p:nvPr/>
        </p:nvSpPr>
        <p:spPr>
          <a:xfrm>
            <a:off x="2176272" y="3739896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176272" y="4306824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RDS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416552" y="3648456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416552" y="3648456"/>
            <a:ext cx="208483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6" name="Text 44"/>
          <p:cNvSpPr/>
          <p:nvPr/>
        </p:nvSpPr>
        <p:spPr>
          <a:xfrm>
            <a:off x="4507992" y="3739896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07992" y="4306824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Önbellekleme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748272" y="3648456"/>
            <a:ext cx="208483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748272" y="3648456"/>
            <a:ext cx="2084832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0" name="Text 48"/>
          <p:cNvSpPr/>
          <p:nvPr/>
        </p:nvSpPr>
        <p:spPr>
          <a:xfrm>
            <a:off x="6839712" y="3739896"/>
            <a:ext cx="1901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 S3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CDN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39712" y="4306824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Dengizek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822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GELİŞTİRME SÜRECİ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80960" y="146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675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Çevik (Agile) Metodoloji — 2 Haftalık Sprint Döngüleri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50976" y="1298448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50976" y="12984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240280" y="1664208"/>
            <a:ext cx="30175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65760" y="2176272"/>
            <a:ext cx="19202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76272"/>
            <a:ext cx="19202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2860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Planlama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74320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refinement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hedefleri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tasarım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27248" y="1298448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27248" y="12984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416552" y="1664208"/>
            <a:ext cx="30175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542032" y="2176272"/>
            <a:ext cx="19202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42032" y="2176272"/>
            <a:ext cx="19202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2679192" y="22860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Geliştirme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79192" y="274320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geliştirme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Birim testleri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0" y="1298448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03520" y="12984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592824" y="1664208"/>
            <a:ext cx="30175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718304" y="2176272"/>
            <a:ext cx="19202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18304" y="2176272"/>
            <a:ext cx="19202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855464" y="22860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İnceleme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55464" y="274320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geri bildirim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 testi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79792" y="1298448"/>
            <a:ext cx="731520" cy="73152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79792" y="129844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894576" y="2176272"/>
            <a:ext cx="192024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94576" y="2176272"/>
            <a:ext cx="19202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7031736" y="22860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31736" y="274320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→ Prod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 izleme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sprint sonunda çalışan bir ürün sunulur. İlerleme haftalık raporlarla şeffaf biçimde takip edilir.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Dengizek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114800" cy="4114800"/>
          </a:xfrm>
          <a:prstGeom prst="ellipse">
            <a:avLst/>
          </a:prstGeom>
          <a:solidFill>
            <a:srgbClr val="0D9488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0" y="2011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GBSOFT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 TAKVİMİ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13385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Mayıs – Eylül 2026  ·  5 Aylık Geliştirme Takvimi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331720" y="1554480"/>
            <a:ext cx="1280160" cy="329184"/>
          </a:xfrm>
          <a:prstGeom prst="rect">
            <a:avLst/>
          </a:prstGeom>
          <a:solidFill>
            <a:srgbClr val="152235"/>
          </a:solidFill>
          <a:ln/>
        </p:spPr>
      </p:sp>
      <p:sp>
        <p:nvSpPr>
          <p:cNvPr id="9" name="Text 7"/>
          <p:cNvSpPr/>
          <p:nvPr/>
        </p:nvSpPr>
        <p:spPr>
          <a:xfrm>
            <a:off x="2331720" y="15544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Mayıs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30168" y="1554480"/>
            <a:ext cx="1280160" cy="329184"/>
          </a:xfrm>
          <a:prstGeom prst="rect">
            <a:avLst/>
          </a:prstGeom>
          <a:solidFill>
            <a:srgbClr val="152235"/>
          </a:solidFill>
          <a:ln/>
        </p:spPr>
      </p:sp>
      <p:sp>
        <p:nvSpPr>
          <p:cNvPr id="11" name="Text 9"/>
          <p:cNvSpPr/>
          <p:nvPr/>
        </p:nvSpPr>
        <p:spPr>
          <a:xfrm>
            <a:off x="3630168" y="15544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Haziran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28616" y="1554480"/>
            <a:ext cx="1280160" cy="329184"/>
          </a:xfrm>
          <a:prstGeom prst="rect">
            <a:avLst/>
          </a:prstGeom>
          <a:solidFill>
            <a:srgbClr val="152235"/>
          </a:solidFill>
          <a:ln/>
        </p:spPr>
      </p:sp>
      <p:sp>
        <p:nvSpPr>
          <p:cNvPr id="13" name="Text 11"/>
          <p:cNvSpPr/>
          <p:nvPr/>
        </p:nvSpPr>
        <p:spPr>
          <a:xfrm>
            <a:off x="4928616" y="15544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Temmuz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7064" y="1554480"/>
            <a:ext cx="1280160" cy="329184"/>
          </a:xfrm>
          <a:prstGeom prst="rect">
            <a:avLst/>
          </a:prstGeom>
          <a:solidFill>
            <a:srgbClr val="152235"/>
          </a:solidFill>
          <a:ln/>
        </p:spPr>
      </p:sp>
      <p:sp>
        <p:nvSpPr>
          <p:cNvPr id="15" name="Text 13"/>
          <p:cNvSpPr/>
          <p:nvPr/>
        </p:nvSpPr>
        <p:spPr>
          <a:xfrm>
            <a:off x="6227064" y="15544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Ağustos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25512" y="1554480"/>
            <a:ext cx="1280160" cy="329184"/>
          </a:xfrm>
          <a:prstGeom prst="rect">
            <a:avLst/>
          </a:prstGeom>
          <a:solidFill>
            <a:srgbClr val="152235"/>
          </a:solidFill>
          <a:ln/>
        </p:spPr>
      </p:sp>
      <p:sp>
        <p:nvSpPr>
          <p:cNvPr id="17" name="Text 15"/>
          <p:cNvSpPr/>
          <p:nvPr/>
        </p:nvSpPr>
        <p:spPr>
          <a:xfrm>
            <a:off x="7525512" y="15544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Eylül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31720" y="1554480"/>
            <a:ext cx="0" cy="336499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30168" y="1554480"/>
            <a:ext cx="0" cy="336499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28616" y="1554480"/>
            <a:ext cx="0" cy="336499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27064" y="1554480"/>
            <a:ext cx="0" cy="336499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25512" y="1554480"/>
            <a:ext cx="0" cy="336499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23960" y="1554480"/>
            <a:ext cx="0" cy="3364992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" y="1911096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Gereksinim &amp; UI/UX Tasarımı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359152" y="1965960"/>
            <a:ext cx="1243584" cy="2651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" y="2286000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Altyapı &amp; DevOps Kurulumu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359152" y="2340864"/>
            <a:ext cx="1892808" cy="2651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" y="2660904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Platform &amp; Auth Sistemi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0" y="2715768"/>
            <a:ext cx="1503274" cy="2651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" y="3035808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Tur Motoru &amp; CDN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56048" y="3090672"/>
            <a:ext cx="1243584" cy="2651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" y="3410712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Admin Paneli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605272" y="3465576"/>
            <a:ext cx="1892808" cy="2651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109728" y="3785616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Talep &amp; İletişim Sistemi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54496" y="3840480"/>
            <a:ext cx="1113739" cy="26517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6" name="Text 34"/>
          <p:cNvSpPr/>
          <p:nvPr/>
        </p:nvSpPr>
        <p:spPr>
          <a:xfrm>
            <a:off x="109728" y="4160520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QA &amp; Optimizasyon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03720" y="4215384"/>
            <a:ext cx="1892808" cy="2651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8" name="Text 36"/>
          <p:cNvSpPr/>
          <p:nvPr/>
        </p:nvSpPr>
        <p:spPr>
          <a:xfrm>
            <a:off x="109728" y="4535424"/>
            <a:ext cx="2176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Entegrasyonu &amp; Lansman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552944" y="4590288"/>
            <a:ext cx="1243584" cy="2651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Dengizek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822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TESLİMATLAR &amp; MİLESTONE'LAR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80960" y="146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675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 aşama sonunda ne teslim edeceğiz?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685800" cy="5943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1887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33856" y="1188720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2435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Tasarım &amp; Altyapı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150876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prototipleri  ·  Onaylı teknik mimari  ·  Geliştirme ortamı kurulumu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938528"/>
            <a:ext cx="685800" cy="5943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1938528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133856" y="1938528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1993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Temel Platform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225856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 web uygulaması  ·  Otel listeleme &amp; arama  ·  Kullanıcı kayıt/giriş sistemi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688336"/>
            <a:ext cx="685800" cy="5943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2688336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 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133856" y="2688336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Tur Sistemi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300837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yükleme altyapısı  ·  HLS streaming  ·  Cloudflare CDN entegrasyonu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438144"/>
            <a:ext cx="685800" cy="5943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438144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 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33856" y="3438144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3493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Paneli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375818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yönetim paneli  ·  Talep &amp; mesajlaşma sistemi  ·  Bildirimler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187952"/>
            <a:ext cx="685800" cy="5943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4187952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Ay 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133856" y="4187952"/>
            <a:ext cx="7635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0160" y="4242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Rehber + Lansman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80160" y="4507992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tur rehberi  ·  Kullanıcı kabul testleri (UAT)  ·  Performans optimizasyonu  ·  Canlıya geçiş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Dengizek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4008" cy="5303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822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NEDEN GBSOFT?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80960" y="146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675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Projeyi bize emanet etmeniz için 4 güçlü neden.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8988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89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40817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Uçtan Uca Sahiplik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2002536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Tasarımdan deploy'a tek ekip, tek sorumluluk. Koordinasyon yükü olmadan hızlı ilerleme ve tutarlı çıktı kalitesi.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00600" y="1207008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83480" y="138988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389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140817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Tech Stack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83480" y="2002536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14, Node.js ve AWS üzerine kurulu, ölçeklenebilir, bakımı kolay ve geleceğe hazır bir mimari.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081528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26440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2826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Şeffaf İletişim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3877056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 ilerleme raporları, açık görev takibi (Jira/Linear) ve düzenli demo sunumlarıyla tam görünürlük.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3081528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83480" y="326440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3264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0" y="32826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Uzun Vadeli Düşünce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983480" y="3877056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sürümün ötesinde büyüme planı: çok dilli destek, yeni pazarlar ve gelişmiş AI özellikleri.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Dengizek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645920"/>
            <a:ext cx="5486400" cy="5486400"/>
          </a:xfrm>
          <a:prstGeom prst="ellipse">
            <a:avLst/>
          </a:prstGeom>
          <a:solidFill>
            <a:srgbClr val="0D9488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14B8A6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274320"/>
            <a:ext cx="1828800" cy="182880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56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749808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Birlikte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inşa edelim.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411480" y="2606040"/>
            <a:ext cx="4572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788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Dengizek'i hayata geçirmek için her adımda yanınızdayız.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383280"/>
            <a:ext cx="3840480" cy="1051560"/>
          </a:xfrm>
          <a:prstGeom prst="rect">
            <a:avLst/>
          </a:prstGeom>
          <a:solidFill>
            <a:srgbClr val="152235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4930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info@gbsoftt.com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8770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www.gbsoft.com.tr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50E1C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974336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3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GBSoft  ·  Dengizek Proje Geliştirme Planı  ·  Nisan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Dengizek – Proje Geliştirme Planı</dc:title>
  <dc:subject>PptxGenJS Presentation</dc:subject>
  <dc:creator>GBSoft</dc:creator>
  <cp:lastModifiedBy>GBSoft</cp:lastModifiedBy>
  <cp:revision>1</cp:revision>
  <dcterms:created xsi:type="dcterms:W3CDTF">2026-04-27T13:10:08Z</dcterms:created>
  <dcterms:modified xsi:type="dcterms:W3CDTF">2026-04-27T13:10:08Z</dcterms:modified>
</cp:coreProperties>
</file>