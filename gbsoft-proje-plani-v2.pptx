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D948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645920"/>
            <a:ext cx="3474720" cy="3474720"/>
          </a:xfrm>
          <a:prstGeom prst="ellipse">
            <a:avLst/>
          </a:prstGeom>
          <a:solidFill>
            <a:srgbClr val="14B8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8288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 B S O F 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 Planı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411480" y="2542032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Otel Turu Uygulaması — Teknik &amp; Süreç Sunumu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3200400" cy="640080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Aylık Geliştirme Takvimi  ·  Mayıs – Eylül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info@gbsoftt.com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ÖZETİ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İnşa Ediyoruz?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platform, otellerin dijital varlığını statik fotoğraf listelerinin ötesine taşıyan, etkileşimli video tur ve yapay zeka destekli rehberlik sunan yeni nesil bir çözümdür.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Misafirler, rezervasyon yapmadan önce oteli adım adım ve kendi hızlarında gezebilir. Oteller ise tek bir panelden tüm içeriklerini ve gelen talepleri yönetebilir.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bu platformu; modern web teknolojileri, güçlü bir video altyapısı ve ölçeklenebilir bulut mimarisiyle 4–5 ayda hayata geçirecektir.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71323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71323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8046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89320" y="1399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213055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213055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221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98932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Uygulama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54787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354787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3931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989320" y="4233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İlk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Sayısı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 KAPSAMI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Ana Modül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34440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" y="1399032"/>
            <a:ext cx="502920" cy="50292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Keşif &amp; Listeleme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filtrelenebilir otel vitrinleri. Hızlı yüklenen, reklamsız, mobil öncelikli deneyim.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399032"/>
            <a:ext cx="502920" cy="502920"/>
          </a:xfrm>
          <a:prstGeom prst="ellipse">
            <a:avLst/>
          </a:prstGeom>
          <a:solidFill>
            <a:srgbClr val="3B82F6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Deneyimi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4748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 ve odalar; adım adım, durdurulabilir, rehberli etkileşimli video tur. HLS streaming ile akıcı oynatma.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64008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3273552"/>
            <a:ext cx="502920" cy="50292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Talep &amp; İletişim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Komisyonsuz, otele doğrudan iletişim kanalı. Takip edilebilir talep akışı, bildirimler ve misafir mesajlaşması.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0896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47488" y="3273552"/>
            <a:ext cx="502920" cy="502920"/>
          </a:xfrm>
          <a:prstGeom prst="ellipse">
            <a:avLst/>
          </a:prstGeom>
          <a:solidFill>
            <a:srgbClr val="F59E0B">
              <a:alpha val="3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4748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Misafirlerin sorularını anlayan, yön gösteren ve kişisel öneriler sunan yapay zeka destekli tur rehberi. (Ay 5)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KULLANACAĞIMIZ TEKNOLOJİLER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ölçeklenebilir ve bakımı kolay bir yazılım mimarisi.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14 (App Router)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shadcn/ui + Radix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Query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HLS.js (Video Player)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60020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 (Önbellekleme)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Kimlik Doğrulama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600200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 &amp; 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(EC2 / S3 / RDS)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Cloudflare CDN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+ GitHub Actions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CloudFront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Servis (değerlendirme*)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AI Servis Değerlendirmesi: OpenAI GPT-4  ·  Google Gemini  ·  Anthropic Claude  ·  Meta Llama — proje başlangıcında ihtiyaca göre seçilecek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SİSTEM MİMARİSİ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Katmanlı Uygulama Mimarisi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İstemci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728216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Tarayıcı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1655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655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Respansif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3971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2944368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8483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17627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7627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1655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1655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799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4827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4827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3971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Servis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971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Değerlendiriliyor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83080" y="4160520"/>
            <a:ext cx="2286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8483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8483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217627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7627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1655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1655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450799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0799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Önbellekleme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4827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4827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683971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CDN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3971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GELİŞTİRME SÜRECİ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Çevik (Agile) Metodoloji — Aylık Döngüler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0976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40280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Planlama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başı kapsam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tasarım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27248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16552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42032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9192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geliştirme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testleri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92824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18304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Durum Raporu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55464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haftada yazılı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gelişme bildirimi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&amp; riskler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79792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79792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94576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94576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736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Sonu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31736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ürün demosu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sonunda çalışan bir ürün demosu sunulur. Ay ortasında yazılı gelişme raporu ile ilerleme şeffaf biçimde paylaşılır.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TAKVİMİ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– Eylül 2026  ·  5 Aylık Geliştirme Takvimi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Mayıs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Haziran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Temmuz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Ağustos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Eylül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8616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" y="191109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 &amp; UI/UX Tasarımı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59152" y="1965960"/>
            <a:ext cx="1243584" cy="2651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" y="228600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&amp; DevOps Kurulumu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59152" y="2340864"/>
            <a:ext cx="1243584" cy="2651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" y="266090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Platform &amp; Auth Sistemi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2715768"/>
            <a:ext cx="1892808" cy="265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" y="3035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Tur Motoru &amp; CDN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56048" y="3090672"/>
            <a:ext cx="1892808" cy="2651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" y="3410712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Entegrasyonu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56048" y="3465576"/>
            <a:ext cx="2542032" cy="2651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" y="378561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Paneli &amp; İletişim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05272" y="3840480"/>
            <a:ext cx="1892808" cy="2651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" y="416052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QA &amp; Güvenlik Testleri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4215384"/>
            <a:ext cx="1892808" cy="2651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" y="453542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&amp; Lansman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42478" y="4590288"/>
            <a:ext cx="854050" cy="2651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TESLİMATLAR &amp; MİLESTONE'LAR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 aşama sonunda ne teslim edeceğiz?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33856" y="118872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Tasarım &amp; Altyapı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prototipleri  ·  Onaylı teknik mimari  ·  Geliştirme ortamı kurulumu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33856" y="1938528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258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web uygulaması  ·  Otel listeleme &amp; arama  ·  Kullanıcı kayıt/giriş sistemi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33856" y="2688336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Sistemi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yükleme altyapısı  ·  HLS streaming  ·  Cloudflare CDN entegrasyonu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33856" y="3438144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7581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yönetim paneli  ·  Talep &amp; mesajlaşma sistemi  ·  Bildirimler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3856" y="4187952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 + Lansman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450799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 rehberi  ·  UAT  ·  Sızma testleri &amp; güvenlik taraması  ·  OWASP denetimi  ·  Lansman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3840480" cy="384048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GÜVENLİK &amp; SIZDIRMAZLIK TESTLERİ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tesliminden önce kapsamlı güvenlik denetimi uygulanır. Tüm testler belgelenerek raporlanır.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Sızma Testleri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endpoint saldırı testleri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Kimlik doğrulama bypass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Yetkilendirme kontrolleri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Injection / XSS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CSRF &amp; güvenlik başlıkları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572768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&amp; Altyapı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OWASP Top 10 denetimi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Bağımlılık güvenlik taraması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SSL/TLS yapılandırması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güvenlik grupları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imaj taraması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72768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 Gizlilik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Kullanıcı verisi şifreleme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KVKK uyumluluk kontrolü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 sızıntısı testleri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Yedekleme &amp; kurtarma testi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Erişim log denetimi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Otel Turu – Proje Geliştirme Planı</dc:title>
  <dc:subject>PptxGenJS Presentation</dc:subject>
  <dc:creator>GBSoft</dc:creator>
  <cp:lastModifiedBy>GBSoft</cp:lastModifiedBy>
  <cp:revision>1</cp:revision>
  <dcterms:created xsi:type="dcterms:W3CDTF">2026-04-27T15:52:03Z</dcterms:created>
  <dcterms:modified xsi:type="dcterms:W3CDTF">2026-04-27T15:52:03Z</dcterms:modified>
</cp:coreProperties>
</file>